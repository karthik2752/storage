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for Code Conversion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Conversion Between Programming Languages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ym typeface="+mn-ea"/>
              </a:rPr>
              <a:t>- Tool to convert code from one language to another (e.g., Python to Java)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- Key features include: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• Syntax and library mapping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• Highlighting incompatible/manual conversion requirements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- Built using Python and AST libraries</a:t>
            </a:r>
            <a:endParaRPr>
              <a:sym typeface="+mn-ea"/>
            </a:endParaRP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>
                <a:sym typeface="+mn-ea"/>
              </a:rPr>
              <a:t>1. Input Parsing: Parse source code into an Abstract Syntax Tree (AST)</a:t>
            </a:r>
          </a:p>
          <a:p>
            <a:r>
              <a:rPr>
                <a:sym typeface="+mn-ea"/>
              </a:rPr>
              <a:t>2. Syntax Mapping: Rule-based transformations of AST nodes</a:t>
            </a:r>
          </a:p>
          <a:p>
            <a:r>
              <a:rPr>
                <a:sym typeface="+mn-ea"/>
              </a:rPr>
              <a:t>3. Library Mapping: Replace libraries with equivalents in target language</a:t>
            </a:r>
          </a:p>
          <a:p>
            <a:r>
              <a:rPr>
                <a:sym typeface="+mn-ea"/>
              </a:rPr>
              <a:t>4. Incompatibility Highlighting: Emit warnings for manual attention</a:t>
            </a:r>
          </a:p>
          <a:p>
            <a:r>
              <a:rPr>
                <a:sym typeface="+mn-ea"/>
              </a:rPr>
              <a:t>5. Output Generation: Serialize AST into target language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ym typeface="+mn-ea"/>
              </a:rPr>
              <a:t>- Syntax and Library Mapping: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• Map constructs like loops, conditionals, functions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• Replace libraries using a dictionary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- Highlighting Incompatibilities: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• Add comments where manual intervention is needed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• Log untranslatable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r>
              <a:rPr>
                <a:sym typeface="+mn-ea"/>
              </a:rPr>
              <a:t>Input (Python):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def add(a, b):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return a + b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for i in range(5):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print(add(i, i))</a:t>
            </a:r>
            <a:endParaRPr>
              <a:sym typeface="+mn-ea"/>
            </a:endParaRPr>
          </a:p>
          <a:p/>
          <a:p>
            <a:r>
              <a:rPr>
                <a:sym typeface="+mn-ea"/>
              </a:rPr>
              <a:t>Output (Java):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public class Converter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public static int add(int a, int b)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    return a + b;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}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public static void main(String[] args)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    for (int i = 0; i &lt; 5; i++)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        System.out.println(add(i, i));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    }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}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}</a:t>
            </a:r>
            <a:endParaRPr>
              <a:sym typeface="+mn-ea"/>
            </a:endParaRP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1197</Words>
  <Application>WPS Presentation</Application>
  <PresentationFormat>On-screen Show (4:3)</PresentationFormat>
  <Paragraphs>43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AI for Code Conversion</vt:lpstr>
      <vt:lpstr>- Built using Python and AST libraries</vt:lpstr>
      <vt:lpstr>5. Output Generation: Serialize AST into target language code</vt:lpstr>
      <vt:lpstr>   • Log untranslatable features</vt:lpstr>
      <vt:lpstr>}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 Karthik</cp:lastModifiedBy>
  <cp:revision>2</cp:revision>
  <dcterms:created xsi:type="dcterms:W3CDTF">2013-01-27T09:14:00Z</dcterms:created>
  <dcterms:modified xsi:type="dcterms:W3CDTF">2025-01-25T06:34:20Z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A0D4E38C8A744102A8069877217CC0C6_12</vt:lpwstr>
  </property>
  <property fmtid="{D5CDD505-2E9C-101B-9397-08002B2CF9AE}" pid="3" name="KSOProductBuildVer">
    <vt:lpwstr>1033-12.2.0.19805</vt:lpwstr>
  </property>
</Properties>
</file>