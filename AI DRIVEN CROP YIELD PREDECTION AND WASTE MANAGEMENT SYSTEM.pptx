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125" y="1308100"/>
            <a:ext cx="9869170" cy="2971165"/>
          </a:xfrm>
        </p:spPr>
        <p:txBody>
          <a:bodyPr>
            <a:normAutofit/>
          </a:bodyPr>
          <a:p>
            <a:r>
              <a:rPr lang="en-US" altLang="en-US"/>
              <a:t>AI DRIVEN CROP YIELD PREDECTION AND WASTE MANAGEMENT SYSTEM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1165"/>
            <a:ext cx="10515600" cy="5746115"/>
          </a:xfrm>
        </p:spPr>
        <p:txBody>
          <a:bodyPr/>
          <a:p>
            <a:pPr marL="0" indent="0">
              <a:buNone/>
            </a:pPr>
            <a:r>
              <a:rPr lang="en-US" altLang="en-US"/>
              <a:t> </a:t>
            </a:r>
            <a:r>
              <a:rPr lang="en-US" altLang="en-US" sz="3600"/>
              <a:t> **TITLE SLIDE **</a:t>
            </a:r>
            <a:endParaRPr lang="en-US" altLang="en-US" sz="3600"/>
          </a:p>
          <a:p>
            <a:pPr marL="0" indent="0">
              <a:buNone/>
            </a:pPr>
            <a:endParaRPr lang="en-US" altLang="en-US" sz="3600"/>
          </a:p>
          <a:p>
            <a:r>
              <a:rPr lang="en-US" altLang="en-US"/>
              <a:t>- TITLE: **Crop Predictor: Revolutionizing Agriculture with AI**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- SUBTITLE:** Maximize Profits with Comprehensive Crop Planning**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- TEAM NAME: **First Hacks**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- Date: **26-01-2025**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610" y="217170"/>
            <a:ext cx="11306175" cy="637603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   </a:t>
            </a:r>
            <a:r>
              <a:rPr lang="en-US" altLang="en-US" sz="4000"/>
              <a:t>**Problem Statement**</a:t>
            </a:r>
            <a:endParaRPr lang="en-US" altLang="en-US" sz="4000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 sz="3600"/>
              <a:t>     </a:t>
            </a:r>
            <a:r>
              <a:rPr lang="en-US" altLang="en-US"/>
              <a:t>** Challenges in Modern Farming**</a:t>
            </a:r>
            <a:endParaRPr lang="en-US" altLang="en-US"/>
          </a:p>
          <a:p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Limited knowledge of profitable crops based on soil and climate.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High risks due to uncertain weather and market trends.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Inefficient use of resources like water, fertilizer, and budget.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Lack of access to real-time insights and recommendations.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605" y="186690"/>
            <a:ext cx="10831195" cy="633476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sz="3600"/>
              <a:t>**Solution Overview**</a:t>
            </a:r>
            <a:endParaRPr lang="en-US" altLang="en-US" sz="3600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   </a:t>
            </a:r>
            <a:r>
              <a:rPr lang="en-US" altLang="en-US" sz="3100"/>
              <a:t>  ** Introducing Crop Predictor**</a:t>
            </a:r>
            <a:endParaRPr lang="en-US" altLang="en-US" sz="3100"/>
          </a:p>
          <a:p>
            <a:endParaRPr lang="en-US" altLang="en-US" sz="3100"/>
          </a:p>
          <a:p>
            <a:r>
              <a:rPr lang="en-US" altLang="en-US" sz="3100"/>
              <a:t>  An AI-powered platform for tailored crop recommendations.</a:t>
            </a:r>
            <a:endParaRPr lang="en-US" altLang="en-US" sz="3100"/>
          </a:p>
          <a:p>
            <a:endParaRPr lang="en-US" altLang="en-US" sz="3100"/>
          </a:p>
          <a:p>
            <a:r>
              <a:rPr lang="en-US" altLang="en-US" sz="3100"/>
              <a:t>   Combines user inputs with hugging face model</a:t>
            </a:r>
            <a:endParaRPr lang="en-US" altLang="en-US" sz="3100"/>
          </a:p>
          <a:p>
            <a:endParaRPr lang="en-US" altLang="en-US" sz="3100"/>
          </a:p>
          <a:p>
            <a:r>
              <a:rPr lang="en-US" altLang="en-US" sz="3100"/>
              <a:t>   Provides actionable insights on:</a:t>
            </a:r>
            <a:endParaRPr lang="en-US" altLang="en-US" sz="3100"/>
          </a:p>
          <a:p>
            <a:pPr marL="0" indent="0">
              <a:buNone/>
            </a:pPr>
            <a:r>
              <a:rPr lang="en-US" altLang="en-US" sz="3100"/>
              <a:t>    - Best crops to grow.</a:t>
            </a:r>
            <a:endParaRPr lang="en-US" altLang="en-US" sz="3100"/>
          </a:p>
          <a:p>
            <a:pPr marL="0" indent="0">
              <a:buNone/>
            </a:pPr>
            <a:r>
              <a:rPr lang="en-US" altLang="en-US" sz="3100"/>
              <a:t>    - Expected profitability.</a:t>
            </a:r>
            <a:endParaRPr lang="en-US" altLang="en-US" sz="3100"/>
          </a:p>
          <a:p>
            <a:pPr marL="0" indent="0">
              <a:buNone/>
            </a:pPr>
            <a:r>
              <a:rPr lang="en-US" altLang="en-US" sz="3100"/>
              <a:t>    - Risk mitigation strategies.</a:t>
            </a:r>
            <a:endParaRPr lang="en-US" altLang="en-US" sz="3100"/>
          </a:p>
          <a:p>
            <a:pPr marL="0" indent="0">
              <a:buNone/>
            </a:pPr>
            <a:r>
              <a:rPr lang="en-US" altLang="en-US" sz="3100"/>
              <a:t>    - Resource optimization.</a:t>
            </a:r>
            <a:endParaRPr lang="en-US" altLang="en-US" sz="3100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365" y="344805"/>
            <a:ext cx="10846435" cy="6191250"/>
          </a:xfrm>
        </p:spPr>
        <p:txBody>
          <a:bodyPr>
            <a:normAutofit fontScale="30000"/>
          </a:bodyPr>
          <a:p>
            <a:pPr marL="0" indent="0">
              <a:buNone/>
            </a:pPr>
            <a:r>
              <a:rPr lang="en-US" altLang="en-US" sz="10700"/>
              <a:t>**Key Features**</a:t>
            </a:r>
            <a:endParaRPr lang="en-US" altLang="en-US" sz="10700"/>
          </a:p>
          <a:p>
            <a:pPr marL="0" indent="0">
              <a:buNone/>
            </a:pPr>
            <a:endParaRPr lang="en-US" altLang="en-US" sz="3300"/>
          </a:p>
          <a:p>
            <a:pPr marL="0" indent="0">
              <a:buNone/>
            </a:pPr>
            <a:r>
              <a:rPr lang="en-US" altLang="en-US" sz="3500"/>
              <a:t>    </a:t>
            </a:r>
            <a:r>
              <a:rPr lang="en-US" altLang="en-US" sz="4700"/>
              <a:t>    </a:t>
            </a:r>
            <a:r>
              <a:rPr lang="en-US" altLang="en-US" sz="9300"/>
              <a:t>** Core Features of Crop Predictor**</a:t>
            </a:r>
            <a:endParaRPr lang="en-US" altLang="en-US" sz="9300"/>
          </a:p>
          <a:p>
            <a:pPr marL="0" indent="0">
              <a:buNone/>
            </a:pPr>
            <a:endParaRPr lang="en-US" altLang="en-US" sz="6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6700"/>
              <a:t>  </a:t>
            </a:r>
            <a:r>
              <a:rPr lang="en-US" altLang="en-US" sz="8000"/>
              <a:t>Customized Recommendations: Based on soil pH, climate, water availability, budget, and region</a:t>
            </a:r>
            <a:r>
              <a:rPr lang="en-US" altLang="en-US" sz="6700"/>
              <a:t>.</a:t>
            </a:r>
            <a:endParaRPr lang="en-US" altLang="en-US" sz="6700"/>
          </a:p>
          <a:p>
            <a:pPr>
              <a:buFont typeface="Arial" panose="020B0604020202020204" pitchFamily="34" charset="0"/>
              <a:buChar char="•"/>
            </a:pPr>
            <a:endParaRPr lang="en-US" altLang="en-US" sz="8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8000"/>
              <a:t>   Profit Estimation: Detailed breakdown of costs and ROI.</a:t>
            </a:r>
            <a:endParaRPr lang="en-US" altLang="en-US" sz="8000"/>
          </a:p>
          <a:p>
            <a:pPr>
              <a:buFont typeface="Arial" panose="020B0604020202020204" pitchFamily="34" charset="0"/>
              <a:buChar char="•"/>
            </a:pPr>
            <a:endParaRPr lang="en-US" altLang="en-US" sz="8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8000"/>
              <a:t>   Market Insights: Real-time demand and pricing trends.</a:t>
            </a:r>
            <a:endParaRPr lang="en-US" altLang="en-US" sz="8000"/>
          </a:p>
          <a:p>
            <a:pPr>
              <a:buFont typeface="Arial" panose="020B0604020202020204" pitchFamily="34" charset="0"/>
              <a:buChar char="•"/>
            </a:pPr>
            <a:endParaRPr lang="en-US" altLang="en-US" sz="8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8000"/>
              <a:t>   Sustainability Metrics: Assess water usage, carbon footprint, and more.</a:t>
            </a:r>
            <a:endParaRPr lang="en-US" altLang="en-US" sz="8000"/>
          </a:p>
          <a:p>
            <a:pPr>
              <a:buFont typeface="Arial" panose="020B0604020202020204" pitchFamily="34" charset="0"/>
              <a:buChar char="•"/>
            </a:pPr>
            <a:endParaRPr lang="en-US" altLang="en-US" sz="8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8000"/>
              <a:t>   </a:t>
            </a:r>
            <a:r>
              <a:rPr lang="en-US" altLang="en-US" sz="8000"/>
              <a:t>Risk Alerts: Weather risks and pest/disease predictions.</a:t>
            </a:r>
            <a:endParaRPr lang="en-US" altLang="en-US" sz="6700"/>
          </a:p>
          <a:p>
            <a:pPr marL="0" indent="0">
              <a:buNone/>
            </a:pPr>
            <a:endParaRPr lang="en-US" altLang="en-US" sz="4700"/>
          </a:p>
          <a:p>
            <a:endParaRPr lang="en-US" altLang="en-US" sz="4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59740"/>
            <a:ext cx="10515600" cy="571754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3200"/>
              <a:t>**Advanced Features**</a:t>
            </a:r>
            <a:endParaRPr lang="en-US" altLang="en-US" sz="3200"/>
          </a:p>
          <a:p>
            <a:pPr marL="0" indent="0">
              <a:buNone/>
            </a:pPr>
            <a:r>
              <a:rPr lang="en-US" altLang="en-US"/>
              <a:t>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   Integration with sensors (soil moisture, temperature).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AI image analysis for crop disease detection.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Crop rotation and multi-season planning.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Educational resources for best practices.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Multi-language support for accessibility.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5285"/>
            <a:ext cx="10515600" cy="58019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3200"/>
              <a:t>**How It Works**</a:t>
            </a:r>
            <a:endParaRPr lang="en-US" altLang="en-US" sz="3200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  Input Features: User provides soil type, climate, water availability, and budget.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AI Model: Uses NLP (Hugging Face model) and datasets for analysis.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- Output: Recommendations tailored to: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- Region and demand.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- Resource optimization.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- Profitability and risk.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36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3200"/>
              <a:t>**Benefits**</a:t>
            </a:r>
            <a:endParaRPr lang="en-US" altLang="en-US" sz="3200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   ** Why Use Crop Predictor?**</a:t>
            </a:r>
            <a:endParaRPr lang="en-US" altLang="en-US"/>
          </a:p>
          <a:p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 Maximize Profits: Data-driven crop selection.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 Reduce Risks: AI-powered weather and pest alerts.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 Save Resources: Optimize water, fertilizer, and labor.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 Easy Access: User-friendly interface with real-time insights.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720" y="431800"/>
            <a:ext cx="10673080" cy="57454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3200"/>
              <a:t>**Technology Stack**</a:t>
            </a:r>
            <a:endParaRPr lang="en-US" altLang="en-US" sz="3200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  Title:** Technology at Work**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  Frontend:Streamlit for user interface.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Backend: Python for data processing and ML integration.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- ML Models: Hugging Face models for text generation and predictions.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6430"/>
            <a:ext cx="10515600" cy="5530850"/>
          </a:xfrm>
        </p:spPr>
        <p:txBody>
          <a:bodyPr/>
          <a:p>
            <a:pPr marL="0" indent="0">
              <a:buNone/>
            </a:pPr>
            <a:r>
              <a:rPr lang="en-US" altLang="en-US" sz="3200">
                <a:sym typeface="+mn-ea"/>
              </a:rPr>
              <a:t>**APIs**</a:t>
            </a:r>
            <a:endParaRPr lang="en-US" altLang="en-US" sz="3200">
              <a:sym typeface="+mn-ea"/>
            </a:endParaRPr>
          </a:p>
          <a:p>
            <a:pPr marL="0" indent="0">
              <a:buNone/>
            </a:pPr>
            <a:endParaRPr lang="en-US" altLang="en-US"/>
          </a:p>
          <a:p>
            <a:r>
              <a:rPr lang="en-US" altLang="en-US">
                <a:sym typeface="+mn-ea"/>
              </a:rPr>
              <a:t>    OpenWeatherMap for climate data.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    AgMarkNet for real-time market prices.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    Google Translate for multi-language support.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2920"/>
            <a:ext cx="10515600" cy="5674360"/>
          </a:xfrm>
        </p:spPr>
        <p:txBody>
          <a:bodyPr/>
          <a:p>
            <a:pPr marL="457200" lvl="1" indent="0">
              <a:buNone/>
            </a:pPr>
            <a:r>
              <a:rPr lang="en-US" altLang="en-US" sz="3200"/>
              <a:t> **Real-World Applications**</a:t>
            </a:r>
            <a:endParaRPr lang="en-US" altLang="en-US" sz="3200"/>
          </a:p>
          <a:p>
            <a:pPr marL="457200" lvl="1" indent="0" algn="l">
              <a:buNone/>
            </a:pPr>
            <a:endParaRPr lang="en-US" altLang="en-US"/>
          </a:p>
          <a:p>
            <a:pPr marL="457200" lvl="1" indent="0">
              <a:buNone/>
            </a:pPr>
            <a:r>
              <a:rPr lang="en-US" altLang="en-US" sz="2800"/>
              <a:t>    ** Use Cases**</a:t>
            </a:r>
            <a:endParaRPr lang="en-US" altLang="en-US" sz="2800"/>
          </a:p>
          <a:p>
            <a:pPr marL="457200" lvl="1" indent="0" algn="l">
              <a:buNone/>
            </a:pPr>
            <a:endParaRPr lang="en-US" altLang="en-US" sz="280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800"/>
              <a:t> Small-scale farmers improving yield and profitability.</a:t>
            </a:r>
            <a:endParaRPr lang="en-US" altLang="en-US" sz="2800"/>
          </a:p>
          <a:p>
            <a:pPr lvl="1" algn="l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800"/>
              <a:t> Large agribusinesses optimizing crop planning.</a:t>
            </a:r>
            <a:endParaRPr lang="en-US" altLang="en-US" sz="2800"/>
          </a:p>
          <a:p>
            <a:pPr lvl="1" algn="l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800"/>
              <a:t> Government programs for sustainable agriculture.</a:t>
            </a:r>
            <a:endParaRPr lang="en-US" altLang="en-US" sz="2800"/>
          </a:p>
          <a:p>
            <a:pPr lvl="1" algn="l">
              <a:buFont typeface="Arial" panose="020B0604020202020204" pitchFamily="34" charset="0"/>
              <a:buChar char="•"/>
            </a:pPr>
            <a:endParaRPr lang="en-US" altLang="en-US" sz="280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altLang="en-US" sz="2800"/>
              <a:t> Educational tool for agricultural training.</a:t>
            </a:r>
            <a:endParaRPr lang="en-US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5770"/>
            <a:ext cx="10515600" cy="616267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3200"/>
              <a:t>** Conclusion**</a:t>
            </a:r>
            <a:endParaRPr lang="en-US" altLang="en-US" sz="3200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  ** Empowering Farmers with AI**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 Crop Predictor bridges the gap between technology and farming.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 Provides actionable, data-driven insights.</a:t>
            </a: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endParaRPr lang="en-US" alt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/>
              <a:t>  Promotes sustainable, profitable agricultural practices.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              </a:t>
            </a:r>
            <a:r>
              <a:rPr lang="en-US" altLang="en-US" sz="3200"/>
              <a:t> ** Let’s revolutionize farming together!**</a:t>
            </a:r>
            <a:endParaRPr lang="en-US" altLang="en-US" sz="3200"/>
          </a:p>
          <a:p>
            <a:pPr marL="0" indent="0">
              <a:buNone/>
            </a:pPr>
            <a:endParaRPr lang="en-US" alt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2982</Words>
  <Application>WPS Presentation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DRIVEN CROP YIELD PREDECTION AND WASTE MANAGEMENT SYSTEM</dc:title>
  <dc:creator>KARTHIK</dc:creator>
  <cp:lastModifiedBy>M Karthik</cp:lastModifiedBy>
  <cp:revision>1</cp:revision>
  <dcterms:created xsi:type="dcterms:W3CDTF">2025-01-26T07:31:30Z</dcterms:created>
  <dcterms:modified xsi:type="dcterms:W3CDTF">2025-01-26T07:31:30Z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9675D47A7A2F4F18AFE72247FA852769_11</vt:lpwstr>
  </property>
  <property fmtid="{D5CDD505-2E9C-101B-9397-08002B2CF9AE}" pid="3" name="KSOProductBuildVer">
    <vt:lpwstr>1033-12.2.0.19805</vt:lpwstr>
  </property>
</Properties>
</file>